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2"/>
    <p:sldId id="273" r:id="rId3"/>
    <p:sldId id="257" r:id="rId4"/>
    <p:sldId id="272" r:id="rId5"/>
    <p:sldId id="278" r:id="rId6"/>
    <p:sldId id="282" r:id="rId7"/>
    <p:sldId id="275" r:id="rId8"/>
    <p:sldId id="279" r:id="rId9"/>
    <p:sldId id="276" r:id="rId10"/>
    <p:sldId id="277" r:id="rId11"/>
    <p:sldId id="283" r:id="rId12"/>
    <p:sldId id="281" r:id="rId13"/>
    <p:sldId id="271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405"/>
  </p:normalViewPr>
  <p:slideViewPr>
    <p:cSldViewPr snapToGrid="0" snapToObjects="1">
      <p:cViewPr varScale="1">
        <p:scale>
          <a:sx n="207" d="100"/>
          <a:sy n="207" d="100"/>
        </p:scale>
        <p:origin x="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/>
              <a:t>1/25/23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/>
              <a:t>1/25/23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/>
              <a:t>1/25/23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/>
              <a:t>1/25/23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/>
              <a:t>1/25/23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/>
              <a:t>1/25/23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/>
              <a:t>1/25/23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/>
              <a:t>1/25/23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/>
              <a:t>1/25/23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/>
              <a:t>1/25/23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/>
              <a:t>1/25/23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/>
              <a:t>1/25/23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q.com/articles/java-virtual-threads" TargetMode="External"/><Relationship Id="rId2" Type="http://schemas.openxmlformats.org/officeDocument/2006/relationships/hyperlink" Target="https://www.jfokus.se/talks/112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ejsla/vassare-virtual-thread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465A56-0B92-DA45-EF65-3ACFBB06B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5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A406AEC-0191-4C81-8970-F6F79354122F}"/>
              </a:ext>
            </a:extLst>
          </p:cNvPr>
          <p:cNvSpPr txBox="1">
            <a:spLocks/>
          </p:cNvSpPr>
          <p:nvPr/>
        </p:nvSpPr>
        <p:spPr>
          <a:xfrm>
            <a:off x="1663805" y="2951961"/>
            <a:ext cx="8864389" cy="954077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E" sz="6000" dirty="0"/>
              <a:t>Virtuella trådar</a:t>
            </a:r>
          </a:p>
        </p:txBody>
      </p:sp>
    </p:spTree>
    <p:extLst>
      <p:ext uri="{BB962C8B-B14F-4D97-AF65-F5344CB8AC3E}">
        <p14:creationId xmlns:p14="http://schemas.microsoft.com/office/powerpoint/2010/main" val="2374071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/>
              <a:t>Vad är virtuella trådar?</a:t>
            </a:r>
          </a:p>
          <a:p>
            <a:r>
              <a:rPr lang="en-SE" sz="3600" dirty="0"/>
              <a:t>Varför virtuella trådar?</a:t>
            </a:r>
          </a:p>
          <a:p>
            <a:r>
              <a:rPr lang="en-SE" sz="3600" dirty="0"/>
              <a:t>Eventuella problem</a:t>
            </a:r>
          </a:p>
        </p:txBody>
      </p:sp>
    </p:spTree>
    <p:extLst>
      <p:ext uri="{BB962C8B-B14F-4D97-AF65-F5344CB8AC3E}">
        <p14:creationId xmlns:p14="http://schemas.microsoft.com/office/powerpoint/2010/main" val="3177501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BBF6-451C-D3C7-EEC8-05A51CC04319}"/>
              </a:ext>
            </a:extLst>
          </p:cNvPr>
          <p:cNvSpPr txBox="1">
            <a:spLocks/>
          </p:cNvSpPr>
          <p:nvPr/>
        </p:nvSpPr>
        <p:spPr>
          <a:xfrm>
            <a:off x="1614684" y="2532787"/>
            <a:ext cx="8962631" cy="17924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0" i="0" kern="1200" cap="none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SE" sz="6000" dirty="0"/>
              <a:t>Virtuella trådar är </a:t>
            </a:r>
            <a:br>
              <a:rPr lang="en-SE" sz="6000" dirty="0"/>
            </a:br>
            <a:r>
              <a:rPr lang="en-SE" sz="6000" dirty="0"/>
              <a:t>preview </a:t>
            </a:r>
            <a:r>
              <a:rPr lang="en-GB" sz="6000" dirty="0" err="1"/>
              <a:t>i</a:t>
            </a:r>
            <a:r>
              <a:rPr lang="en-SE" sz="6000" dirty="0"/>
              <a:t> Java 19</a:t>
            </a:r>
          </a:p>
        </p:txBody>
      </p:sp>
    </p:spTree>
    <p:extLst>
      <p:ext uri="{BB962C8B-B14F-4D97-AF65-F5344CB8AC3E}">
        <p14:creationId xmlns:p14="http://schemas.microsoft.com/office/powerpoint/2010/main" val="82783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/>
              <a:t>Vad är virtuella trådar?</a:t>
            </a:r>
          </a:p>
          <a:p>
            <a:r>
              <a:rPr lang="en-SE" sz="3600" dirty="0">
                <a:solidFill>
                  <a:schemeClr val="bg2"/>
                </a:solidFill>
              </a:rPr>
              <a:t>Varför virtuella trådar?</a:t>
            </a:r>
          </a:p>
          <a:p>
            <a:r>
              <a:rPr lang="en-SE" sz="3600" dirty="0">
                <a:solidFill>
                  <a:schemeClr val="bg2"/>
                </a:solidFill>
              </a:rPr>
              <a:t>Eventuella problem</a:t>
            </a:r>
          </a:p>
        </p:txBody>
      </p:sp>
    </p:spTree>
    <p:extLst>
      <p:ext uri="{BB962C8B-B14F-4D97-AF65-F5344CB8AC3E}">
        <p14:creationId xmlns:p14="http://schemas.microsoft.com/office/powerpoint/2010/main" val="4146631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Vanliga trådar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/>
              <a:t>Representerar OS-trådar</a:t>
            </a:r>
          </a:p>
          <a:p>
            <a:r>
              <a:rPr lang="en-SE" sz="3600" dirty="0"/>
              <a:t>Scheduleras av OS</a:t>
            </a:r>
          </a:p>
          <a:p>
            <a:r>
              <a:rPr lang="en-SE" sz="3600" dirty="0"/>
              <a:t>Statisk maxstorlek på stacken</a:t>
            </a:r>
          </a:p>
          <a:p>
            <a:r>
              <a:rPr lang="en-SE" sz="3600" dirty="0"/>
              <a:t>One size fits all</a:t>
            </a:r>
          </a:p>
        </p:txBody>
      </p:sp>
    </p:spTree>
    <p:extLst>
      <p:ext uri="{BB962C8B-B14F-4D97-AF65-F5344CB8AC3E}">
        <p14:creationId xmlns:p14="http://schemas.microsoft.com/office/powerpoint/2010/main" val="630867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Virtuella trådar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/>
              <a:t>Lättviktsimplementation av Thread</a:t>
            </a:r>
          </a:p>
          <a:p>
            <a:r>
              <a:rPr lang="en-SE" sz="3600" dirty="0"/>
              <a:t>Scheduleras av JVM</a:t>
            </a:r>
          </a:p>
          <a:p>
            <a:r>
              <a:rPr lang="en-SE" sz="3600" dirty="0"/>
              <a:t>Dynamisk stack på heapen</a:t>
            </a:r>
          </a:p>
          <a:p>
            <a:r>
              <a:rPr lang="en-SE" sz="3600" dirty="0"/>
              <a:t>Samma API som förut*</a:t>
            </a:r>
          </a:p>
        </p:txBody>
      </p:sp>
    </p:spTree>
    <p:extLst>
      <p:ext uri="{BB962C8B-B14F-4D97-AF65-F5344CB8AC3E}">
        <p14:creationId xmlns:p14="http://schemas.microsoft.com/office/powerpoint/2010/main" val="3687918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>
                <a:solidFill>
                  <a:schemeClr val="bg2"/>
                </a:solidFill>
              </a:rPr>
              <a:t>Vad är virtuella trådar?</a:t>
            </a:r>
          </a:p>
          <a:p>
            <a:r>
              <a:rPr lang="en-SE" sz="3600" dirty="0"/>
              <a:t>Varför virtuella trådar?</a:t>
            </a:r>
            <a:endParaRPr lang="en-SE" sz="3600" dirty="0">
              <a:solidFill>
                <a:schemeClr val="bg2"/>
              </a:solidFill>
            </a:endParaRPr>
          </a:p>
          <a:p>
            <a:r>
              <a:rPr lang="en-SE" sz="3600" dirty="0">
                <a:solidFill>
                  <a:schemeClr val="bg2"/>
                </a:solidFill>
              </a:rPr>
              <a:t>Eventuella problem</a:t>
            </a:r>
          </a:p>
        </p:txBody>
      </p:sp>
    </p:spTree>
    <p:extLst>
      <p:ext uri="{BB962C8B-B14F-4D97-AF65-F5344CB8AC3E}">
        <p14:creationId xmlns:p14="http://schemas.microsoft.com/office/powerpoint/2010/main" val="1499592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Varför virtuella trådar?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/>
              <a:t>Resurssnålt</a:t>
            </a:r>
          </a:p>
          <a:p>
            <a:r>
              <a:rPr lang="en-SE" sz="3600" dirty="0"/>
              <a:t>Enkel programmeringsmodell</a:t>
            </a:r>
          </a:p>
          <a:p>
            <a:r>
              <a:rPr lang="en-SE" sz="3600" dirty="0"/>
              <a:t>Välkänt API</a:t>
            </a:r>
          </a:p>
        </p:txBody>
      </p:sp>
    </p:spTree>
    <p:extLst>
      <p:ext uri="{BB962C8B-B14F-4D97-AF65-F5344CB8AC3E}">
        <p14:creationId xmlns:p14="http://schemas.microsoft.com/office/powerpoint/2010/main" val="407273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Asynk eller reaktiv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/>
              <a:t>Resurssnålt</a:t>
            </a:r>
          </a:p>
          <a:p>
            <a:r>
              <a:rPr lang="en-SE" sz="3600" dirty="0"/>
              <a:t>Svårare programmeringsmodell</a:t>
            </a:r>
          </a:p>
          <a:p>
            <a:r>
              <a:rPr lang="en-SE" sz="3600" dirty="0"/>
              <a:t>Nytt API</a:t>
            </a:r>
          </a:p>
        </p:txBody>
      </p:sp>
    </p:spTree>
    <p:extLst>
      <p:ext uri="{BB962C8B-B14F-4D97-AF65-F5344CB8AC3E}">
        <p14:creationId xmlns:p14="http://schemas.microsoft.com/office/powerpoint/2010/main" val="719837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Korutiner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/>
              <a:t>Resurssnålt</a:t>
            </a:r>
          </a:p>
          <a:p>
            <a:r>
              <a:rPr lang="en-SE" sz="3600" dirty="0"/>
              <a:t>Enkel programmeringsmodell</a:t>
            </a:r>
          </a:p>
          <a:p>
            <a:r>
              <a:rPr lang="en-SE" sz="3600" dirty="0"/>
              <a:t>Nytt API</a:t>
            </a:r>
          </a:p>
        </p:txBody>
      </p:sp>
    </p:spTree>
    <p:extLst>
      <p:ext uri="{BB962C8B-B14F-4D97-AF65-F5344CB8AC3E}">
        <p14:creationId xmlns:p14="http://schemas.microsoft.com/office/powerpoint/2010/main" val="3103444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>
                <a:solidFill>
                  <a:schemeClr val="bg2"/>
                </a:solidFill>
              </a:rPr>
              <a:t>Vad är virtuella trådar?</a:t>
            </a:r>
          </a:p>
          <a:p>
            <a:r>
              <a:rPr lang="en-SE" sz="3600" dirty="0">
                <a:solidFill>
                  <a:schemeClr val="bg2"/>
                </a:solidFill>
              </a:rPr>
              <a:t>Varför virtuella trådar?</a:t>
            </a:r>
          </a:p>
          <a:p>
            <a:r>
              <a:rPr lang="en-SE" sz="3600" dirty="0"/>
              <a:t>Eventuella problem</a:t>
            </a:r>
          </a:p>
        </p:txBody>
      </p:sp>
    </p:spTree>
    <p:extLst>
      <p:ext uri="{BB962C8B-B14F-4D97-AF65-F5344CB8AC3E}">
        <p14:creationId xmlns:p14="http://schemas.microsoft.com/office/powerpoint/2010/main" val="2676817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E" sz="3600" dirty="0"/>
              <a:t>Synchronized</a:t>
            </a:r>
          </a:p>
          <a:p>
            <a:r>
              <a:rPr lang="en-SE" sz="3600" dirty="0"/>
              <a:t>Swing EDT</a:t>
            </a:r>
          </a:p>
          <a:p>
            <a:r>
              <a:rPr lang="en-SE" sz="3600" dirty="0"/>
              <a:t>ThreadLocal</a:t>
            </a:r>
          </a:p>
          <a:p>
            <a:r>
              <a:rPr lang="en-SE" sz="3600" dirty="0"/>
              <a:t>Trådpooler</a:t>
            </a:r>
          </a:p>
        </p:txBody>
      </p:sp>
    </p:spTree>
    <p:extLst>
      <p:ext uri="{BB962C8B-B14F-4D97-AF65-F5344CB8AC3E}">
        <p14:creationId xmlns:p14="http://schemas.microsoft.com/office/powerpoint/2010/main" val="1977987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DE02-F385-BA4A-972C-A2644B405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E" sz="6000" dirty="0"/>
              <a:t>Avslutning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D21DE-010A-2B42-888F-85AB42FC6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5307" y="2052116"/>
            <a:ext cx="8024832" cy="3997828"/>
          </a:xfrm>
        </p:spPr>
        <p:txBody>
          <a:bodyPr>
            <a:normAutofit/>
          </a:bodyPr>
          <a:lstStyle/>
          <a:p>
            <a:r>
              <a:rPr lang="sv-SE" sz="2400" dirty="0">
                <a:hlinkClick r:id="rId2"/>
              </a:rPr>
              <a:t>Jfokus: Game of Loom</a:t>
            </a:r>
            <a:endParaRPr lang="sv-SE" sz="2400" dirty="0"/>
          </a:p>
          <a:p>
            <a:r>
              <a:rPr lang="sv-SE" sz="2400" dirty="0">
                <a:hlinkClick r:id="rId3"/>
              </a:rPr>
              <a:t>https://www.infoq.com/articles/java-virtual-threads</a:t>
            </a:r>
            <a:endParaRPr lang="sv-SE" sz="2400" dirty="0"/>
          </a:p>
          <a:p>
            <a:r>
              <a:rPr lang="sv-SE" sz="2400" dirty="0">
                <a:hlinkClick r:id="rId4"/>
              </a:rPr>
              <a:t>https://github.com/mejsla/vassare-virtual-threads</a:t>
            </a:r>
            <a:endParaRPr lang="sv-SE" sz="2400" dirty="0"/>
          </a:p>
        </p:txBody>
      </p:sp>
    </p:spTree>
    <p:extLst>
      <p:ext uri="{BB962C8B-B14F-4D97-AF65-F5344CB8AC3E}">
        <p14:creationId xmlns:p14="http://schemas.microsoft.com/office/powerpoint/2010/main" val="7746937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703</TotalTime>
  <Words>145</Words>
  <Application>Microsoft Macintosh PowerPoint</Application>
  <PresentationFormat>Widescreen</PresentationFormat>
  <Paragraphs>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Agenda</vt:lpstr>
      <vt:lpstr>PowerPoint Presentation</vt:lpstr>
      <vt:lpstr>Agenda</vt:lpstr>
      <vt:lpstr>Vanliga trådar</vt:lpstr>
      <vt:lpstr>Virtuella trådar</vt:lpstr>
      <vt:lpstr>Agenda</vt:lpstr>
      <vt:lpstr>Varför virtuella trådar?</vt:lpstr>
      <vt:lpstr>Asynk eller reaktiv</vt:lpstr>
      <vt:lpstr>Korutiner</vt:lpstr>
      <vt:lpstr>Agenda</vt:lpstr>
      <vt:lpstr>Problem</vt:lpstr>
      <vt:lpstr>Avslutning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Introduktion till Apache Lucene</dc:title>
  <dc:creator>Johan Dykström</dc:creator>
  <cp:lastModifiedBy>Johan Dykström</cp:lastModifiedBy>
  <cp:revision>20</cp:revision>
  <dcterms:created xsi:type="dcterms:W3CDTF">2022-04-02T11:17:35Z</dcterms:created>
  <dcterms:modified xsi:type="dcterms:W3CDTF">2023-01-25T16:41:52Z</dcterms:modified>
</cp:coreProperties>
</file>